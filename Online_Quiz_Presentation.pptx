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Online Quiz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CCFF"/>
                </a:solidFill>
              </a:rPr>
              <a:t>Mini Project – Web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F00"/>
                </a:solidFill>
              </a:rPr>
              <a:t>HTML  •  CSS  • 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 interactive browser-based multiple-choice quiz
with automated scoring and instant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Academic Year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53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Project Introduction &amp;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67128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037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40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Technology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16936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53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9900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66744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03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7398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Project File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16552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53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897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HTML – Quiz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59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202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239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CSS – Styling &amp; Layout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453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14904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JavaScript – Logic &amp;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67128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2037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2240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Quiz Questions Overview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16936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953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29900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Scoring &amp; Grading System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66744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703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7398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Features &amp; Highlights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16552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453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44897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Future Enhancements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166359"/>
            <a:ext cx="50292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202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5239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Conclusion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Introduction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What is the Online Quiz 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A62D5"/>
                </a:solidFill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The Online Quiz System is a fully client-side web application that presents users with multiple-choice questions on Web Technology topics.
Built using only HTML, CSS and vanilla JavaScript — no frameworks, no server, no database — it runs entirely in the browser, making it lightweight, portable and easy to deploy.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484632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C6E"/>
                </a:solidFill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●  Demonstrate client-side interactivity using HTML forms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●  Apply CSS for responsive, visually appealing UI design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●  Implement quiz logic with vanilla JavaScript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●  Provide instant automated score calculation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●  Display performance grade to the user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●  Enable quiz reset for repeated attempts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Tools &amp; Languages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91440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Semantic tags (&lt;main&gt;, &lt;section&gt;, &lt;form&gt;)
Radio inputs for MCQ answer options
Accessible aria-live result region
Linked external CSS &amp; JS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17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CSS3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box-sizing reset on all elements
Flexbox for button row layout
Responsive max-width container
box-shadow and border-radius styling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JavaScript ES6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querySelector / getElementById DOM APIs
Event listeners for submit and click
Object.entries() for answer iteration
Dynamic innerHTML result rendering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Client-Side Only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737360" cy="109728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
(Browser)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560320"/>
            <a:ext cx="173736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index.html
(Structure)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560320"/>
            <a:ext cx="173736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651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style.css
(Presentation)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560320"/>
            <a:ext cx="1737360" cy="109728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51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script.js
(Behaviour)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560320"/>
            <a:ext cx="1737360" cy="109728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651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Result
Display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3017520"/>
            <a:ext cx="640080" cy="73152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61488" y="2926080"/>
            <a:ext cx="164592" cy="274320"/>
          </a:xfrm>
          <a:prstGeom prst="round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1728" y="3017520"/>
            <a:ext cx="640080" cy="73152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30368" y="2926080"/>
            <a:ext cx="164592" cy="274320"/>
          </a:xfrm>
          <a:prstGeom prst="round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50608" y="3017520"/>
            <a:ext cx="640080" cy="73152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99248" y="2926080"/>
            <a:ext cx="164592" cy="274320"/>
          </a:xfrm>
          <a:prstGeom prst="round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45168" y="3017520"/>
            <a:ext cx="640080" cy="73152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93808" y="2926080"/>
            <a:ext cx="164592" cy="274320"/>
          </a:xfrm>
          <a:prstGeom prst="round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383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Loads  -&gt;  Applies  -&gt;  Controls Logic  -&gt;  Shows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06240"/>
            <a:ext cx="11430000" cy="18288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C6E"/>
                </a:solidFill>
              </a:rPr>
              <a:t>How it works: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17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No server or database is required. All files are delivered to the browser. HTML provides the quiz structure; CSS styles the page; JavaScript intercepts the form submission, computes the score, and injects the result into the DOM.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Three-file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Mini_Project_Online_Quiz/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88"/>
                </a:solidFill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6C75"/>
                </a:solidFill>
              </a:rPr>
              <a:t>+-- 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8C379"/>
                </a:solidFill>
              </a:rPr>
              <a:t>|    HTML structure + quiz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88"/>
                </a:solidFill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1AFEF"/>
                </a:solidFill>
              </a:rPr>
              <a:t>+-- style.css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770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8C379"/>
                </a:solidFill>
              </a:rPr>
              <a:t>|    Visual styling &amp;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793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88"/>
                </a:solidFill>
              </a:rP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81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C07B"/>
                </a:solidFill>
              </a:rPr>
              <a:t>+-- script.js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840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8C379"/>
                </a:solidFill>
              </a:rPr>
              <a:t>     Quiz logic &amp;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371600"/>
            <a:ext cx="1097280" cy="45720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4081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index.html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3716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Defines page structure with semantic HTML5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Contains a &lt;form&gt; with 5 &lt;section&gt; question blocks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Each question uses radio inputs for answer choices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Links style.css and script.js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Result section uses aria-live for accessibility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063240"/>
            <a:ext cx="10972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309981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style.css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063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Universal box-sizing reset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Clean white card container with shadow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Styled question cards with borders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Flexbox action buttons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Hidden/visible result state toggle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4754880"/>
            <a:ext cx="1097280" cy="4572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47914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script.js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Answer key stored as a plain JS object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submit handler scores all 5 questions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Computes percentage and assigns grade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Dynamically renders result into DOM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&gt;  Reset button clears form &amp; hides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HTML – Quiz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Structure of index.html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68580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&lt;body&gt;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&lt;main class="container"&gt;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11095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6C75"/>
                </a:solidFill>
              </a:rPr>
              <a:t>    &lt;h1&gt;Online Quiz System&lt;/h1&gt;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57984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AFEF"/>
                </a:solidFill>
              </a:rPr>
              <a:t>    &lt;form id="quiz-form"&gt;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04872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C07B"/>
                </a:solidFill>
              </a:rPr>
              <a:t>      &lt;section class="question"&gt;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98648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    &lt;h2&gt;1) Which HTML tag?&lt;/h2&gt;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45536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      &lt;label&gt;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92424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AFEF"/>
                </a:solidFill>
              </a:rPr>
              <a:t>          &lt;input type="radio"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9312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C07B"/>
                </a:solidFill>
              </a:rPr>
              <a:t>           name="q1" value="b"&gt;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86200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      &amp;lt;a&amp;gt;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33088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      &lt;/label&gt;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79976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C07B"/>
                </a:solidFill>
              </a:rPr>
              <a:t>      &lt;/section&gt;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26864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AFEF"/>
                </a:solidFill>
              </a:rPr>
              <a:t>    &lt;/form&gt;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73752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&lt;section id="result"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20640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  aria-live="polite"&gt;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67528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  &lt;/section&gt;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614416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&lt;/main&gt;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861304"/>
            <a:ext cx="6583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&lt;/body&gt;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1417320"/>
            <a:ext cx="91440" cy="2743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417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Semantic &lt;main&gt; container keeps layout accessible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057400"/>
            <a:ext cx="91440" cy="2743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057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Form id used by JS to attach submit 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154680"/>
            <a:ext cx="91440" cy="2743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3154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Each question is a &lt;section&gt; for semantic clarity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977639"/>
            <a:ext cx="91440" cy="2743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97763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Radio inputs share the same name group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212080"/>
            <a:ext cx="91440" cy="2743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5212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value attribute maps to the answer key in JS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5943600"/>
            <a:ext cx="91440" cy="2743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5943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aria-live announces result to screen readers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CSS – Styling &amp;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Visual design with style.css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7218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Reset /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box-sizing: border-box on *
Arial font, #f4f6fb 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56616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47218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92024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max-width: 820px centred
White bg, border-radius, box-shadow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566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47218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Question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1px border, rounded corners
#fafbff subtle tinted background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3566160" cy="5029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58183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Buttons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Submit: #2a62d5 blue
Reset:  #6b7280 grey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703320"/>
            <a:ext cx="3566160" cy="5029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758183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Result Box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20624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#eef3ff background
Border + padding for callout look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56616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758183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.hidden Class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20624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display: none
Toggles result visibility via 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JavaScript – Logic &amp;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How script.js powers the quiz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65836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const answers =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55064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C07B"/>
                </a:solidFill>
              </a:rPr>
              <a:t>  q1:'b', q2:'c', q3:'c', q4:'b', q5:'a'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3055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68296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AFEF"/>
                </a:solidFill>
              </a:rPr>
              <a:t>quizForm.addEventListener('submit', e =&gt;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0604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e.preventDefault();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4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let score = 0;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8152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1927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AFEF"/>
                </a:solidFill>
              </a:rPr>
              <a:t>  for (const [q, correct]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557015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AFEF"/>
                </a:solidFill>
              </a:rPr>
              <a:t>    Object.entries(answers))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79476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  const sel = form.querySelector(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32504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C07B"/>
                </a:solidFill>
              </a:rPr>
              <a:t>      "input[name="+q+"]:checked");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7024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if (sel &amp;&amp; sel.value===correct)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0799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  score++;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745736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98348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C07B"/>
                </a:solidFill>
              </a:rPr>
              <a:t>  const pct = Math.round(score/5*100);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21224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let grade = pct&gt;=80 ? 'Excellent'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45896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       : pct&gt;=60 ? 'Good'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9671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379"/>
                </a:solidFill>
              </a:rPr>
              <a:t>           : 'Needs Improvement';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934456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  resultBox.innerHTML = score+'/5 '+grade;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17220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});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141732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Answer key: plain JS object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01168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Prevents default browser form 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251460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514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Score counter starts at zero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29184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Iterate over every answer key entry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420624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querySelector finds the checked radio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475488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Increment score on correct match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25780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5257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Calculate percentage from score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566928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Ternary chain assigns grade label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6172200"/>
            <a:ext cx="73152" cy="256032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6172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Inject HTML result into the DOM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Quiz Questions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5 Web Technology MCQs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94360" cy="59436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7160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2646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</a:rPr>
              <a:t>Which HTML tag creates a hyperlink?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&lt;link&gt;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414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&gt;&gt; &lt;a&gt;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169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&lt;href&gt;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92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&lt;url&gt;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59436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37160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42646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</a:rPr>
              <a:t>Which CSS property changes text color?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9659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font-style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414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background-color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9169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&gt;&gt; 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392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text-transform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594360" cy="5943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137160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42646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</a:rPr>
              <a:t>Which JS method selects element by ID?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19659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getElementByClass()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4414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queryById()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9169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&gt;&gt; getElementById()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392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selectId()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23360"/>
            <a:ext cx="594360" cy="59436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09651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0233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0782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</a:rPr>
              <a:t>Which HTTP method submits form securely?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177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932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&gt;&gt; 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56869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04418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CONNECT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023360"/>
            <a:ext cx="594360" cy="59436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59" y="409651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40233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40782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</a:rPr>
              <a:t>Which makes web pages responsive?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6177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&gt;&gt; Media queries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0932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Cookies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56869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SVG filters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604418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   Meta refresh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Scoring &amp; Grading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How results are calculated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C6E"/>
                </a:solidFill>
              </a:rPr>
              <a:t>Score Formula: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727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A62D5"/>
                </a:solidFill>
              </a:rPr>
              <a:t>Percentage  =  ( Correct Answers  /  Total Questions )  x 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292608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88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Grade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743200"/>
            <a:ext cx="32004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7889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Performance 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743200"/>
            <a:ext cx="22860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2743200"/>
            <a:ext cx="310896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788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292608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&gt;= 80 %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00400"/>
            <a:ext cx="3200400" cy="73152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Excellent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0040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2222"/>
                </a:solidFill>
              </a:rPr>
              <a:t>&gt;= 80 %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200400"/>
            <a:ext cx="3108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</a:rPr>
              <a:t>5/5 or 4/5 correct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2926080" cy="73152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60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60 - 79 %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023360"/>
            <a:ext cx="3200400" cy="73152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160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62D5"/>
                </a:solidFill>
              </a:rPr>
              <a:t>Good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02336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2222"/>
                </a:solidFill>
              </a:rPr>
              <a:t>60 - 79 %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4023360"/>
            <a:ext cx="3108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</a:rPr>
              <a:t>3/5 correct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2926080" cy="7315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983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&lt; 60 %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846320"/>
            <a:ext cx="3200400" cy="73152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4983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F00"/>
                </a:solidFill>
              </a:rPr>
              <a:t>Needs Improvement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8463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2222"/>
                </a:solidFill>
              </a:rPr>
              <a:t>&lt; 60 %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4846320"/>
            <a:ext cx="3108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4983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</a:rPr>
              <a:t>2/5 or fewer correct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Features &amp;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What makes this project stand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40080" cy="64008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819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41732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3560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62D5"/>
                </a:solidFill>
              </a:rPr>
              <a:t>No Server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099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Runs entirely in the browser. No backend, no database, no hosting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64008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819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41732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43560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Instant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099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Score is computed and displayed the moment the user submits the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6400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163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265176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6700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Reset Functionality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4436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One-click reset clears all selections and hides the result.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651760"/>
            <a:ext cx="640080" cy="64008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163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65176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6700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0"/>
                </a:solidFill>
              </a:rPr>
              <a:t>Accessible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94436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aria-live attribute ensures screen readers announce the result.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86200"/>
            <a:ext cx="640080" cy="64008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050791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88620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04487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62D5"/>
                </a:solidFill>
              </a:rPr>
              <a:t>Responsive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7880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max-width container adapts gracefully to different screen sizes.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886200"/>
            <a:ext cx="64008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050791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88620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904487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Clean Modern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17880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Card-based layout, shadow effects, and a consistent colour palette.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20640"/>
            <a:ext cx="6400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285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512064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1389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Correct-Answer Highlight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4132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Chosen answer is clearly marked — minimalist and distraction-free.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20640"/>
            <a:ext cx="640080" cy="64008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285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512064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51389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0"/>
                </a:solidFill>
              </a:rPr>
              <a:t>Grade 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4132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Three-tier grading gives users meaningful performance feedback.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Possible Extensions &amp;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36576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011680" cy="100584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733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Timer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17320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554480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Add a countdown timer per question / full quiz to increase challenge.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2011680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733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Bank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17320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Store questions in JSON; randomly select a subset for each attempt.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87752"/>
            <a:ext cx="201168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437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 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587752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79" y="2724912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Authentication so each student's scores are tracked over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587752"/>
            <a:ext cx="2011680" cy="100584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437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Leaderboard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587752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724912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Display a top-scores table using localStorage or a backend API.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58184"/>
            <a:ext cx="2011680" cy="100584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14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Multiple Topics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758184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79" y="3895344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Extend the quiz to cover HTML, CSS, JS and HTTP as selectable modules.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58184"/>
            <a:ext cx="2011680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014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Answer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758184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895344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After submission, highlight correct and wrong answers with explanations.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28616"/>
            <a:ext cx="201168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184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Progress Bar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4928616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79" y="506577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Visual indicator showing quiz completion % as the user answers.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928616"/>
            <a:ext cx="2011680" cy="100584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184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 Integration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928616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06577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Integrate Node.js / Flask + SQL to persist questions and scores.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Mini Project  |  Online Quiz System  |  Web Technology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3200400" cy="3200400"/>
          </a:xfrm>
          <a:prstGeom prst="ellipse">
            <a:avLst/>
          </a:prstGeom>
          <a:solidFill>
            <a:srgbClr val="2A6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097280"/>
            <a:ext cx="1828800" cy="18288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7F00"/>
                </a:solidFill>
              </a:rPr>
              <a:t>Online Quiz System - Mini 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&gt;&gt;  Built a fully functional browser-based quiz using only HTML, CSS &amp; JavaScript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&gt;&gt;  Implemented automated scoring, percentage calculation and three-tier grading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&gt;&gt;  Demonstrated DOM manipulation, event handling &amp; form validation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&gt;&gt;  Applied responsive and accessible web-design principles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&gt;&gt;  Clean, maintainable three-file architecture — easy to extend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FF"/>
                </a:solidFill>
              </a:rPr>
              <a:t>Questions &amp; Feedback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